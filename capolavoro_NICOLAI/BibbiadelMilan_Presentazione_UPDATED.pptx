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0000"/>
          </a:solidFill>
          <a:ln w="12700">
            <a:solidFill>
              <a:srgbClr val="0D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30000"/>
          </a:solidFill>
          <a:ln w="12700">
            <a:solidFill>
              <a:srgbClr val="C3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697480"/>
            <a:ext cx="4114800" cy="36576"/>
          </a:xfrm>
          <a:prstGeom prst="rect">
            <a:avLst/>
          </a:prstGeom>
          <a:solidFill>
            <a:srgbClr val="C30000">
              <a:alpha val="60000"/>
            </a:srgbClr>
          </a:solidFill>
          <a:ln w="12700">
            <a:solidFill>
              <a:srgbClr val="C3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3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PORTFOLIO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Bibbia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200" kern="0" dirty="0">
                <a:solidFill>
                  <a:srgbClr val="C3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 Milan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Piattaforma web per le statistiche rossonere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 2009 ad oggi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Andrea Nicolai  ·  Node.js + Express + MySQL + Groq AI  · 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C30000">
              <a:alpha val="8000"/>
            </a:srgbClr>
          </a:solidFill>
          <a:ln w="12700">
            <a:solidFill>
              <a:srgbClr val="C30000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-365760"/>
            <a:ext cx="4114800" cy="4114800"/>
          </a:xfrm>
          <a:prstGeom prst="ellipse">
            <a:avLst/>
          </a:prstGeom>
          <a:solidFill>
            <a:srgbClr val="C30000">
              <a:alpha val="6000"/>
            </a:srgbClr>
          </a:solidFill>
          <a:ln w="12700">
            <a:solidFill>
              <a:srgbClr val="C30000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182880"/>
            <a:ext cx="2743200" cy="2743200"/>
          </a:xfrm>
          <a:prstGeom prst="ellipse">
            <a:avLst/>
          </a:prstGeom>
          <a:solidFill>
            <a:srgbClr val="C30000">
              <a:alpha val="12000"/>
            </a:srgbClr>
          </a:solidFill>
          <a:ln w="12700">
            <a:solidFill>
              <a:srgbClr val="C30000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⚽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C30000"/>
          </a:solidFill>
          <a:ln w="12700">
            <a:solidFill>
              <a:srgbClr val="C3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— PANORAMICA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Cos'è la Bibbia del Milan?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piattaforma web completa per la raccolta, gestione e visualizzazione delle statistiche dei giocatori dell'AC Milan dal 2009 ad oggi. Progetto didattico full-stack sviluppato con tecnologie moderne.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164592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C300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834640"/>
            <a:ext cx="1645920" cy="54864"/>
          </a:xfrm>
          <a:prstGeom prst="rect">
            <a:avLst/>
          </a:prstGeom>
          <a:solidFill>
            <a:srgbClr val="C30000"/>
          </a:solidFill>
          <a:ln w="12700">
            <a:solidFill>
              <a:srgbClr val="C3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9718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252+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" y="35935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Giocatori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39136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database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2834640"/>
            <a:ext cx="164592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C300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2834640"/>
            <a:ext cx="1645920" cy="54864"/>
          </a:xfrm>
          <a:prstGeom prst="rect">
            <a:avLst/>
          </a:prstGeom>
          <a:solidFill>
            <a:srgbClr val="C30000"/>
          </a:solidFill>
          <a:ln w="12700">
            <a:solidFill>
              <a:srgbClr val="C3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29718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011680" y="35935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Stagioni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39136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 → 2026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49040" y="2834640"/>
            <a:ext cx="164592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C300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2834640"/>
            <a:ext cx="1645920" cy="54864"/>
          </a:xfrm>
          <a:prstGeom prst="rect">
            <a:avLst/>
          </a:prstGeom>
          <a:solidFill>
            <a:srgbClr val="C30000"/>
          </a:solidFill>
          <a:ln w="12700">
            <a:solidFill>
              <a:srgbClr val="C3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29718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749040" y="35935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Statistiche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39136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nel DB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6072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Obiettivi del progetto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0" y="22402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relazionale normalizzato (3NF)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REST con Node.js + Express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moderno con animazioni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esterna integrata (Football-Data.org)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AI con Groq (Llama 3.3 70B)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C30000"/>
          </a:solidFill>
          <a:ln w="12700">
            <a:solidFill>
              <a:srgbClr val="C3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— TECNOLOGIE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Tecnologico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560320" cy="2926080"/>
          </a:xfrm>
          <a:prstGeom prst="rect">
            <a:avLst/>
          </a:prstGeom>
          <a:solidFill>
            <a:srgbClr val="1A1A1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28800"/>
            <a:ext cx="2560320" cy="50292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🖥️ Frontend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54864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5059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+ CSS3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889504"/>
            <a:ext cx="54864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7121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Vanilla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310128"/>
            <a:ext cx="54864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9184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30752"/>
            <a:ext cx="54864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1246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Particles.js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151376"/>
            <a:ext cx="54864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3308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ScrollReveal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1828800"/>
            <a:ext cx="2560320" cy="2926080"/>
          </a:xfrm>
          <a:prstGeom prst="rect">
            <a:avLst/>
          </a:prstGeom>
          <a:solidFill>
            <a:srgbClr val="1A1A1A"/>
          </a:solidFill>
          <a:ln w="12700">
            <a:solidFill>
              <a:srgbClr val="C300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1828800"/>
            <a:ext cx="2560320" cy="502920"/>
          </a:xfrm>
          <a:prstGeom prst="rect">
            <a:avLst/>
          </a:prstGeom>
          <a:solidFill>
            <a:srgbClr val="C30000">
              <a:alpha val="80000"/>
            </a:srgbClr>
          </a:solidFill>
          <a:ln w="12700">
            <a:solidFill>
              <a:srgbClr val="C3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Backend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29000" y="2468880"/>
            <a:ext cx="54864" cy="201168"/>
          </a:xfrm>
          <a:prstGeom prst="rect">
            <a:avLst/>
          </a:prstGeom>
          <a:solidFill>
            <a:srgbClr val="C30000"/>
          </a:solidFill>
          <a:ln w="12700">
            <a:solidFill>
              <a:srgbClr val="C3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45059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2889504"/>
            <a:ext cx="54864" cy="201168"/>
          </a:xfrm>
          <a:prstGeom prst="rect">
            <a:avLst/>
          </a:prstGeom>
          <a:solidFill>
            <a:srgbClr val="C30000"/>
          </a:solidFill>
          <a:ln w="12700">
            <a:solidFill>
              <a:srgbClr val="C3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87121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29000" y="3310128"/>
            <a:ext cx="54864" cy="201168"/>
          </a:xfrm>
          <a:prstGeom prst="rect">
            <a:avLst/>
          </a:prstGeom>
          <a:solidFill>
            <a:srgbClr val="C30000"/>
          </a:solidFill>
          <a:ln w="12700">
            <a:solidFill>
              <a:srgbClr val="C3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29184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mysql2 (promise)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29000" y="3730752"/>
            <a:ext cx="54864" cy="201168"/>
          </a:xfrm>
          <a:prstGeom prst="rect">
            <a:avLst/>
          </a:prstGeom>
          <a:solidFill>
            <a:srgbClr val="C30000"/>
          </a:solidFill>
          <a:ln w="12700">
            <a:solidFill>
              <a:srgbClr val="C3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71246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node-fetch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29000" y="4151376"/>
            <a:ext cx="54864" cy="201168"/>
          </a:xfrm>
          <a:prstGeom prst="rect">
            <a:avLst/>
          </a:prstGeom>
          <a:solidFill>
            <a:srgbClr val="C30000"/>
          </a:solidFill>
          <a:ln w="12700">
            <a:solidFill>
              <a:srgbClr val="C3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413308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dotenv + cors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1828800"/>
            <a:ext cx="2560320" cy="2926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1828800"/>
            <a:ext cx="2560320" cy="50292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🗄️ Database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55080" y="2468880"/>
            <a:ext cx="5486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245059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55080" y="2889504"/>
            <a:ext cx="5486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287121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3NF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55080" y="3310128"/>
            <a:ext cx="5486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329184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multi-tabella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55080" y="3730752"/>
            <a:ext cx="5486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371246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statements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55080" y="4151376"/>
            <a:ext cx="5486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413308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DUPLICATE KEY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C30000"/>
          </a:solidFill>
          <a:ln w="12700">
            <a:solidFill>
              <a:srgbClr val="C3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— CHATBOT AI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Assistente Intelligente con Groq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3931920" cy="3017520"/>
          </a:xfrm>
          <a:prstGeom prst="rect">
            <a:avLst/>
          </a:prstGeom>
          <a:solidFill>
            <a:srgbClr val="1A1A1A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28800"/>
            <a:ext cx="3931920" cy="54864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0195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Chatbot Conversazionale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Conversazioni in linguaggio naturale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Interroga il database MySQL in tempo reale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Top scorer, assist, confronti, carriere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Groq API - Llama 3.3 70B (20k token/min)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Ricerca senza accenti (Leão = Leao)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828800"/>
            <a:ext cx="420624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920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🔧 Function Calling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2860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get_top_scorers(stagione)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get_top_assists(stagione)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get_player_stats(cognome, stagione?)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compare_players(cognome1, cognome2, stagione?)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get_available_seasons()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3337560"/>
            <a:ext cx="420624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C30000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3429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Caratteristiche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794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Completamente gratuito (14.4k req/giorno)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40873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Gestione conversazione con history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43799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Rate limit handling automatico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46725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Widget floating in basso a destra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C30000"/>
          </a:solidFill>
          <a:ln w="12700">
            <a:solidFill>
              <a:srgbClr val="C3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C30000">
              <a:alpha val="8000"/>
            </a:srgbClr>
          </a:solidFill>
          <a:ln w="12700">
            <a:solidFill>
              <a:srgbClr val="C3000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-274320"/>
            <a:ext cx="3657600" cy="3657600"/>
          </a:xfrm>
          <a:prstGeom prst="ellipse">
            <a:avLst/>
          </a:prstGeom>
          <a:solidFill>
            <a:srgbClr val="C30000">
              <a:alpha val="6000"/>
            </a:srgbClr>
          </a:solidFill>
          <a:ln w="12700">
            <a:solidFill>
              <a:srgbClr val="C30000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8229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Grazie</a:t>
            </a:r>
            <a:endParaRPr lang="en-US" sz="8000" dirty="0"/>
          </a:p>
        </p:txBody>
      </p:sp>
      <p:sp>
        <p:nvSpPr>
          <p:cNvPr id="7" name="Shape 5"/>
          <p:cNvSpPr/>
          <p:nvPr/>
        </p:nvSpPr>
        <p:spPr>
          <a:xfrm>
            <a:off x="3200400" y="2103120"/>
            <a:ext cx="2743200" cy="45720"/>
          </a:xfrm>
          <a:prstGeom prst="rect">
            <a:avLst/>
          </a:prstGeom>
          <a:solidFill>
            <a:srgbClr val="C30000"/>
          </a:solidFill>
          <a:ln w="12700">
            <a:solidFill>
              <a:srgbClr val="C3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100" kern="0" dirty="0">
                <a:solidFill>
                  <a:srgbClr val="C3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Bibbia del Milan — Portfolio Project 2025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Andrea Nicolai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· Express · MySQL · JavaScript · Chart.js · Groq 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931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3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097280" y="4480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0" y="3931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3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252+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480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Giocatori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3931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3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54880" y="4480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0" y="3931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3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83680" y="4480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Passione Milan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Bibbia del Milan</dc:title>
  <dc:subject>PptxGenJS Presentation</dc:subject>
  <dc:creator>Andrea Nicolai</dc:creator>
  <cp:lastModifiedBy>Andrea Nicolai</cp:lastModifiedBy>
  <cp:revision>1</cp:revision>
  <dcterms:created xsi:type="dcterms:W3CDTF">2026-03-07T09:19:51Z</dcterms:created>
  <dcterms:modified xsi:type="dcterms:W3CDTF">2026-03-07T09:19:51Z</dcterms:modified>
</cp:coreProperties>
</file>